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2" d="100"/>
          <a:sy n="112" d="100"/>
        </p:scale>
        <p:origin x="120" y="-13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91440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560320"/>
            <a:ext cx="3566160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TallerPro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42A5F5"/>
                </a:solidFill>
                <a:latin typeface="Calibri"/>
              </a:rPr>
              <a:t>Enterprise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CEFF1"/>
                </a:solidFill>
                <a:latin typeface="Calibri"/>
              </a:rPr>
              <a:t>Plataforma SaaS de Gestión
Empresarial para Talleres,
Servicios y Comercios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43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2A5F5"/>
                </a:solidFill>
                <a:latin typeface="Calibri"/>
              </a:rPr>
              <a:t>Sistema de Gestión Integral · Guatemala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9144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2A5F5"/>
                </a:solidFill>
                <a:latin typeface="Calibri"/>
              </a:rPr>
              <a:t>¿Por qué TallerPro?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✦  Gestión completa en una sola plataforma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6771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EFF1"/>
                </a:solidFill>
                <a:latin typeface="Calibri"/>
              </a:rPr>
              <a:t>✦  Facturación electrónica FEL integrada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89504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✦  Formularios SAT automatizados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511296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EFF1"/>
                </a:solidFill>
                <a:latin typeface="Calibri"/>
              </a:rPr>
              <a:t>✦  Inteligencia Artificial incluida (Beto IA)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33088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✦  App móvil Android nativa (PWA)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7548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EFF1"/>
                </a:solidFill>
                <a:latin typeface="Calibri"/>
              </a:rPr>
              <a:t>✦  Multi-empresa · Multi-usuario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37667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✦  Soporte y actualizaciones continuas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6126480"/>
            <a:ext cx="2286000" cy="4572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61447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▶  Solicitar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El Desafío de los Negocios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  <a:latin typeface="Calibri"/>
              </a:rPr>
              <a:t>¿Por qué los talleres y servicios necesitan tecnología?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  <a:latin typeface="Calibri"/>
              </a:rPr>
              <a:t>TallerPro Enterprise  |  tallerpro.cmtelecommgt.com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356616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📋  Control 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96596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Cuadernos y Excel para registrar órdenes, clientes e inventario. Errores constantes y pérdida de información.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46304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06240" y="1463040"/>
            <a:ext cx="356616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79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💸  Facturación Difícil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96596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Emisión de facturas FEL compleja, retenciones SAT manuales y errores de cálculo que generan multas.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463040"/>
            <a:ext cx="356616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📦  Sin Control de Inventario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96596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No saben cuántas piezas tienen, cuándo reponer ni cuánto se pierde por merma o robo.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5760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3657600"/>
            <a:ext cx="356616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3703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👥  RRHH Desorganizado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16052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Nómina manual, control de asistencia con hojas y sin métricas de productividad por mecánico.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65760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06240" y="3657600"/>
            <a:ext cx="356616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97679" y="3703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📊  Cero Visibilidad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16052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No conocen sus KPIs, no saben cuánto ganaron, cuánto deben ni cuáles son sus mejores clientes.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65760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38160" y="3657600"/>
            <a:ext cx="356616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0" y="3703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📱  Sin Presencia Digital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16052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4F"/>
                </a:solidFill>
                <a:latin typeface="Calibri"/>
              </a:rPr>
              <a:t>Clientes sin forma de dar seguimiento a sus vehículos ni de recibir recordatorios por WhatsApp.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TallerPro Enterprise — La Solución Completa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  <a:latin typeface="Calibri"/>
              </a:rPr>
              <a:t>Una plataforma. Todo tu negocio.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  <a:latin typeface="Calibri"/>
              </a:rPr>
              <a:t>TallerPro Enterprise  |  tallerpro.cmtelecommgt.com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5303520" cy="484632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2A5F5"/>
                </a:solidFill>
                <a:latin typeface="Calibri"/>
              </a:rPr>
              <a:t>🏆  ¿Qué es TallerPro?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CEFF1"/>
                </a:solidFill>
                <a:latin typeface="Calibri"/>
              </a:rPr>
              <a:t>TallerPro Enterprise es una plataforma SaaS multi-tenant diseñada para talleres mecánicos, servicios especializados y comercios en Guatemala. Cubre todo el ciclo operativo: desde la recepción del vehículo hasta la facturación electrónica FEL y los reportes SAT.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48840"/>
            <a:ext cx="4937760" cy="621792"/>
          </a:xfrm>
          <a:prstGeom prst="rect">
            <a:avLst/>
          </a:prstGeom>
          <a:solidFill>
            <a:srgbClr val="0D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258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0370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A5F5"/>
                </a:solidFill>
                <a:latin typeface="Calibri"/>
              </a:rPr>
              <a:t>100% en la nube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597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Acceso desde cualquier dispositivo, sin instalación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4937760" cy="621792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944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88950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A5F5"/>
                </a:solidFill>
                <a:latin typeface="Calibri"/>
              </a:rPr>
              <a:t>Seguridad bancaria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1455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RLS multi-tenant, encriptación y auditoría completa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20440"/>
            <a:ext cx="4937760" cy="621792"/>
          </a:xfrm>
          <a:prstGeom prst="rect">
            <a:avLst/>
          </a:prstGeom>
          <a:solidFill>
            <a:srgbClr val="0D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30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57530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A5F5"/>
                </a:solidFill>
                <a:latin typeface="Calibri"/>
              </a:rPr>
              <a:t>IA incluida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313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Beto IA responde dudas técnicas 24/7 en cada módulo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06240"/>
            <a:ext cx="4937760" cy="621792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61103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A5F5"/>
                </a:solidFill>
                <a:latin typeface="Calibri"/>
              </a:rPr>
              <a:t>App Android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5171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PWA instalable como app nativa en cualquier Android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92040"/>
            <a:ext cx="4937760" cy="621792"/>
          </a:xfrm>
          <a:prstGeom prst="rect">
            <a:avLst/>
          </a:prstGeom>
          <a:solidFill>
            <a:srgbClr val="0D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001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🇬🇹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946903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A5F5"/>
                </a:solidFill>
                <a:latin typeface="Calibri"/>
              </a:rPr>
              <a:t>Hecho para Guatemala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2029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FEL, SAT, IGSS, IRTRA integrados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577840"/>
            <a:ext cx="4937760" cy="621792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5687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♾️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632703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A5F5"/>
                </a:solidFill>
                <a:latin typeface="Calibri"/>
              </a:rPr>
              <a:t>Sin límite de usuarios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8887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Todos los colaboradores en un solo 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15087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Ecosistema TallerPro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2103120"/>
            <a:ext cx="5943600" cy="685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80" y="217627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📱  App Android / PWA / Web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898648"/>
            <a:ext cx="5943600" cy="685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0" y="29718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⚙️   Módulos de Gestión (16+)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3694176"/>
            <a:ext cx="594360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26480" y="3767328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🔄  Motor de Negocio &amp; Automatizaciones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4489704"/>
            <a:ext cx="5943600" cy="68580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26480" y="4562856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🔐  Supabase · PostgreSQL · RLS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5285231"/>
            <a:ext cx="5943600" cy="68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26480" y="5358383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☁️   Cloudflare Workers · CDN Global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61264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2A5F5"/>
                </a:solidFill>
                <a:latin typeface="Calibri"/>
              </a:rPr>
              <a:t>99.9% Uptime  ·  Backups diarios  ·  Datos en tu país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Módulos Operativos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  <a:latin typeface="Calibri"/>
              </a:rPr>
              <a:t>Gestión completa del ciclo de trabajo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  <a:latin typeface="Calibri"/>
              </a:rPr>
              <a:t>TallerPro Enterprise  |  tallerpro.cmtelecommgt.com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2788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47218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5087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Órdenes de Trabajo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93392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4F"/>
                </a:solidFill>
                <a:latin typeface="Calibri"/>
              </a:rPr>
              <a:t>Recepción, diagnóstico, asignación de mecánicos, seguimiento en tiempo real y entrega con firma digital.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417320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1417320"/>
            <a:ext cx="2788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147218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59" y="15087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Clientes &amp; Vehículos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1993392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4F"/>
                </a:solidFill>
                <a:latin typeface="Calibri"/>
              </a:rPr>
              <a:t>CRM completo con historial de servicios, portal self-service para el cliente (mi_OT) y seguimiento de vehículos.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17320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1417320"/>
            <a:ext cx="2788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59" y="147218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15087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Inventario &amp; Bodegas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1993392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4F"/>
                </a:solidFill>
                <a:latin typeface="Calibri"/>
              </a:rPr>
              <a:t>Control de stock, mínimos, entradas/salidas, traslados entre bodegas y descuento automático al facturar.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1417320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89720" y="1417320"/>
            <a:ext cx="2788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81160" y="147218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15087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Cotizaciones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1993392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4F"/>
                </a:solidFill>
                <a:latin typeface="Calibri"/>
              </a:rPr>
              <a:t>Generación de presupuestos profesionales con conversión directa a Orden de Trabajo o Factura.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749039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3749039"/>
            <a:ext cx="2788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380390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384047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Facturación FEL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4325112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4F"/>
                </a:solidFill>
                <a:latin typeface="Calibri"/>
              </a:rPr>
              <a:t>Emisión de facturas electrónicas certificadas (FEL/INFILE) con anulación, notas de crédito y exportación.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3749039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46120" y="3749039"/>
            <a:ext cx="2788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37560" y="380390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59" y="384047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Compras &amp; Proveedores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55848" y="4325112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4F"/>
                </a:solidFill>
                <a:latin typeface="Calibri"/>
              </a:rPr>
              <a:t>Registro de compras, cuentas por pagar, gestión de proveedores y retenciones automáticas.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749039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17920" y="3749039"/>
            <a:ext cx="2788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59" y="380390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59" y="384047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Envíos &amp; Traslados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4325112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4F"/>
                </a:solidFill>
                <a:latin typeface="Calibri"/>
              </a:rPr>
              <a:t>Control de despachos, seguimiento de envíos a domicilio y traslados entre sucursales.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89720" y="3749039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189720" y="3749039"/>
            <a:ext cx="2788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81160" y="380390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384047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KPI Mecánicos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9448" y="4325112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4F"/>
                </a:solidFill>
                <a:latin typeface="Calibri"/>
              </a:rPr>
              <a:t>Productividad por mecánico, hora-hombre, eficiencia, trabajos terminados y métricas de calidad.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Módulos Administrativos &amp; Especiales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  <a:latin typeface="Calibri"/>
              </a:rPr>
              <a:t>Finanzas, RRHH, Fidelización e Inteligencia Artificial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  <a:latin typeface="Calibri"/>
              </a:rPr>
              <a:t>TallerPro Enterprise  |  tallerpro.cmtelecommgt.com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2788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47218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5087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Contabilidad &amp; SAT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93392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4F"/>
                </a:solidFill>
                <a:latin typeface="Calibri"/>
              </a:rPr>
              <a:t>8 formularios SAT precargados (IVA, ISR, ISO, retenciones), Libro de Ventas/Compras y declaraciones automáticas.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417320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1417320"/>
            <a:ext cx="2788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147218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59" y="15087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Bancos &amp; Finanzas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1993392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4F"/>
                </a:solidFill>
                <a:latin typeface="Calibri"/>
              </a:rPr>
              <a:t>Cuentas bancarias, conciliación, presupuesto anual, flujo de caja y sincronización automática con ingresos/egresos.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17320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1417320"/>
            <a:ext cx="2788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59" y="147218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👨‍💼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15087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RRHH &amp; Nómina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1993392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4F"/>
                </a:solidFill>
                <a:latin typeface="Calibri"/>
              </a:rPr>
              <a:t>13 tipos de empleados, asistencia, vacaciones, IGSS/IRTRA, disciplina, actas digitales y carné de empresa.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1417320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89720" y="1417320"/>
            <a:ext cx="2788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81160" y="147218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15087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Fidelización &amp; POS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1993392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4F"/>
                </a:solidFill>
                <a:latin typeface="Calibri"/>
              </a:rPr>
              <a:t>Sistema de puntos, nivel de membresía, canje de recompensas, punto de venta y portal de fidelización para clientes.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749039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3749039"/>
            <a:ext cx="2788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380390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384047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Marketing &amp; QR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4325112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4F"/>
                </a:solidFill>
                <a:latin typeface="Calibri"/>
              </a:rPr>
              <a:t>Campañas, códigos QR para encuestas y retroalimentación, captación de clientes nuevos.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3749039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46120" y="3749039"/>
            <a:ext cx="2788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37560" y="380390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59" y="384047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Calendario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55848" y="4325112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4F"/>
                </a:solidFill>
                <a:latin typeface="Calibri"/>
              </a:rPr>
              <a:t>Agenda de citas, recordatorios, disponibilidad de bahías y notificaciones automáticas.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749039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17920" y="3749039"/>
            <a:ext cx="278892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59" y="380390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59" y="384047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Activos Fijos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4325112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4F"/>
                </a:solidFill>
                <a:latin typeface="Calibri"/>
              </a:rPr>
              <a:t>Inventario de maquinaria, depreciación, mantenimientos programados y ficha técnica.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89720" y="3749039"/>
            <a:ext cx="2788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189720" y="3749039"/>
            <a:ext cx="278892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81160" y="380390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384047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Beto 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9448" y="4325112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474F"/>
                </a:solidFill>
                <a:latin typeface="Calibri"/>
              </a:rPr>
              <a:t>Asistente de inteligencia artificial integrado en cada módulo. Responde preguntas técnicas, analiza datos y aprende del negocio.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Verticales de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  <a:latin typeface="Calibri"/>
              </a:rPr>
              <a:t>Un solo sistema, múltiples industrias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  <a:latin typeface="Calibri"/>
              </a:rPr>
              <a:t>TallerPro Enterprise  |  tallerpro.cmtelecommgt.com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FF1"/>
                </a:solidFill>
                <a:latin typeface="Calibri"/>
              </a:rPr>
              <a:t>TallerPro se adapta a diferentes tipos de negocio activando los módulos específicos de cada industria: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57400"/>
            <a:ext cx="2743200" cy="1783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85416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Talleres Mecánicos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1576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Módulo base completo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A5F5"/>
                </a:solidFill>
                <a:latin typeface="Calibri"/>
              </a:rPr>
              <a:t>✅ Disponible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057400"/>
            <a:ext cx="2743200" cy="1783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2167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❄️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185416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Refrigeración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71576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OT especializada para equipos de frío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47472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A5F5"/>
                </a:solidFill>
                <a:latin typeface="Calibri"/>
              </a:rPr>
              <a:t>✅ Disponible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057400"/>
            <a:ext cx="2743200" cy="1783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167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⚒️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185416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Herrería &amp; Metal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1576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Control de proyectos y materiales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7472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A5F5"/>
                </a:solidFill>
                <a:latin typeface="Calibri"/>
              </a:rPr>
              <a:t>✅ Disponible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2057400"/>
            <a:ext cx="2743200" cy="1783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72600" y="2167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185416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Peletería &amp; Calzado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71576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POS, inventario y fidelización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47472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A5F5"/>
                </a:solidFill>
                <a:latin typeface="Calibri"/>
              </a:rPr>
              <a:t>✅ Disponible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114800"/>
            <a:ext cx="2743200" cy="1783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224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242816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Electrónica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7316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Diagnósticos técnicos y garantías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3212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2A5F5"/>
                </a:solidFill>
                <a:latin typeface="Calibri"/>
              </a:rPr>
              <a:t>✅ Disponible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4114800"/>
            <a:ext cx="2743200" cy="1783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29000" y="4224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4242816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Clínicas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477316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Expediente médico y citas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5532120"/>
            <a:ext cx="2514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A5D6A7"/>
                </a:solidFill>
                <a:latin typeface="Calibri"/>
              </a:rPr>
              <a:t>🚀 En </a:t>
            </a:r>
            <a:r>
              <a:rPr lang="es-GT" sz="900" dirty="0" err="1">
                <a:solidFill>
                  <a:srgbClr val="A5D6A7"/>
                </a:solidFill>
                <a:latin typeface="Calibri"/>
              </a:rPr>
              <a:t>Produccion</a:t>
            </a:r>
            <a:r>
              <a:rPr lang="es-GT" sz="900" dirty="0">
                <a:solidFill>
                  <a:srgbClr val="A5D6A7"/>
                </a:solidFill>
                <a:latin typeface="Calibri"/>
              </a:rPr>
              <a:t> (App Independiente)</a:t>
            </a:r>
            <a:endParaRPr sz="900" b="0" i="0" dirty="0">
              <a:solidFill>
                <a:srgbClr val="A5D6A7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263640" y="4114800"/>
            <a:ext cx="2743200" cy="1783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4224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4242816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Panadería &amp; Alimentos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77316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Producción, recetas y delivery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532120"/>
            <a:ext cx="2514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 dirty="0">
                <a:solidFill>
                  <a:srgbClr val="A5D6A7"/>
                </a:solidFill>
                <a:latin typeface="Calibri"/>
              </a:rPr>
              <a:t>🚀 </a:t>
            </a:r>
            <a:r>
              <a:rPr lang="en-US" sz="900" dirty="0">
                <a:solidFill>
                  <a:srgbClr val="A5D6A7"/>
                </a:solidFill>
              </a:rPr>
              <a:t>En </a:t>
            </a:r>
            <a:r>
              <a:rPr lang="en-US" sz="900" dirty="0" err="1">
                <a:solidFill>
                  <a:srgbClr val="A5D6A7"/>
                </a:solidFill>
              </a:rPr>
              <a:t>Produccion</a:t>
            </a:r>
            <a:r>
              <a:rPr lang="en-US" sz="900" dirty="0">
                <a:solidFill>
                  <a:srgbClr val="A5D6A7"/>
                </a:solidFill>
              </a:rPr>
              <a:t> (App Independiente</a:t>
            </a:r>
            <a:endParaRPr sz="900" b="0" i="0" dirty="0">
              <a:solidFill>
                <a:srgbClr val="A5D6A7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235440" y="4114800"/>
            <a:ext cx="2743200" cy="1783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72600" y="4224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4242816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Ferreterías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477316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Catálogo masivo y punto de venta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5532120"/>
            <a:ext cx="2514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 dirty="0">
                <a:solidFill>
                  <a:srgbClr val="A5D6A7"/>
                </a:solidFill>
                <a:latin typeface="Calibri"/>
              </a:rPr>
              <a:t>🚀 </a:t>
            </a:r>
            <a:r>
              <a:rPr lang="en-US" sz="900" dirty="0">
                <a:solidFill>
                  <a:srgbClr val="A5D6A7"/>
                </a:solidFill>
              </a:rPr>
              <a:t>En </a:t>
            </a:r>
            <a:r>
              <a:rPr lang="en-US" sz="900" dirty="0" err="1">
                <a:solidFill>
                  <a:srgbClr val="A5D6A7"/>
                </a:solidFill>
              </a:rPr>
              <a:t>Produccion</a:t>
            </a:r>
            <a:r>
              <a:rPr lang="en-US" sz="900" dirty="0">
                <a:solidFill>
                  <a:srgbClr val="A5D6A7"/>
                </a:solidFill>
              </a:rPr>
              <a:t> (App Independiente</a:t>
            </a:r>
            <a:endParaRPr sz="900" b="0" i="0" dirty="0">
              <a:solidFill>
                <a:srgbClr val="A5D6A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Beto IA — Inteligencia Artificial Incluida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  <a:latin typeface="Calibri"/>
              </a:rPr>
              <a:t>Tu asistente experto disponible 24/7 en cada módulo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  <a:latin typeface="Calibri"/>
              </a:rPr>
              <a:t>TallerPro Enterprise  |  tallerpro.cmtelecommgt.com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4114800" cy="4846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15544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Beto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2A5F5"/>
                </a:solidFill>
                <a:latin typeface="Calibri"/>
              </a:rPr>
              <a:t>Asistente Inteligente
TallerPro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1"/>
                </a:solidFill>
                <a:latin typeface="Calibri"/>
              </a:rPr>
              <a:t>  ✦  Responde preguntas técnicas del negocio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1"/>
                </a:solidFill>
                <a:latin typeface="Calibri"/>
              </a:rPr>
              <a:t>  ✦  Analiza datos de tus módulos activos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1"/>
                </a:solidFill>
                <a:latin typeface="Calibri"/>
              </a:rPr>
              <a:t>  ✦  Historial de 10 consultas recientes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1"/>
                </a:solidFill>
                <a:latin typeface="Calibri"/>
              </a:rPr>
              <a:t>  ✦  Personalidad adaptada a cada vertical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406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1"/>
                </a:solidFill>
                <a:latin typeface="Calibri"/>
              </a:rPr>
              <a:t>  ✦  Disponible en todos los módulos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FF1"/>
                </a:solidFill>
                <a:latin typeface="Calibri"/>
              </a:rPr>
              <a:t>  ✦  Aprende de tu configuración e inventario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4630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2A5F5"/>
                </a:solidFill>
                <a:latin typeface="Calibri"/>
              </a:rPr>
              <a:t>Ejemplos de lo que Beto puede hacer: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057400"/>
            <a:ext cx="7132320" cy="100584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63440" y="2057400"/>
            <a:ext cx="45720" cy="100584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211226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👤  ¿Cuánto IVA debo pagar este mes?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48716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A5F5"/>
                </a:solidFill>
                <a:latin typeface="Calibri"/>
              </a:rPr>
              <a:t>🤖  Beto consulta tus facturas y calcula el IVA neto automáticamente.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3154680"/>
            <a:ext cx="7132320" cy="100584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63440" y="3154680"/>
            <a:ext cx="45720" cy="100584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00600" y="320954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👤  ¿Cuál es el stock del filtro de aceite?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58444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A5F5"/>
                </a:solidFill>
                <a:latin typeface="Calibri"/>
              </a:rPr>
              <a:t>🤖  Revisa tu inventario en tiempo real y sugiere cuándo reponer.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4251960"/>
            <a:ext cx="7132320" cy="100584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63440" y="4251960"/>
            <a:ext cx="45720" cy="100584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00600" y="430682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👤  ¿Cuántas horas trabajó el mecánico X?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468172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A5F5"/>
                </a:solidFill>
                <a:latin typeface="Calibri"/>
              </a:rPr>
              <a:t>🤖  Consulta los KPIs y presenta el resumen de productividad.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5349240"/>
            <a:ext cx="7132320" cy="100584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663440" y="5349240"/>
            <a:ext cx="45720" cy="100584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00600" y="5404103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👤  ¿Qué formulario SAT necesito llenar?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5779007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A5F5"/>
                </a:solidFill>
                <a:latin typeface="Calibri"/>
              </a:rPr>
              <a:t>🤖  Identifica el formulario correcto y lo pre-llena con tus datos.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6400800"/>
            <a:ext cx="713232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54880" y="641908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Powered by Claude AI (Anthropic) · Modelos claude-haiku &amp; claude-sonnet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Tecnología &amp; 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  <a:latin typeface="Calibri"/>
              </a:rPr>
              <a:t>Infraestructura empresarial de clase mundial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  <a:latin typeface="Calibri"/>
              </a:rPr>
              <a:t>TallerPro Enterprise  |  tallerpro.cmtelecommgt.com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3749039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3749039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5270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☁️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57276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Cloudflare Workers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121408"/>
            <a:ext cx="3520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4F"/>
                </a:solidFill>
                <a:latin typeface="Calibri"/>
              </a:rPr>
              <a:t>CDN global, 0ms cold start, 99.99% uptime garantizado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463040"/>
            <a:ext cx="3749039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59" y="1463040"/>
            <a:ext cx="3749039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61688" y="15270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157276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Supabase 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21408"/>
            <a:ext cx="3520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4F"/>
                </a:solidFill>
                <a:latin typeface="Calibri"/>
              </a:rPr>
              <a:t>Base de datos con RLS (Row Level Security) por empresa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749039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1463040"/>
            <a:ext cx="3749039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9327" y="15270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57276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PWA / App Android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121408"/>
            <a:ext cx="3520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4F"/>
                </a:solidFill>
                <a:latin typeface="Calibri"/>
              </a:rPr>
              <a:t>Instalable en Android, funciona sin conexión, actualización automática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03320"/>
            <a:ext cx="3749039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3703320"/>
            <a:ext cx="3749039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37673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1304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Auth Segura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361688"/>
            <a:ext cx="3520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4F"/>
                </a:solidFill>
                <a:latin typeface="Calibri"/>
              </a:rPr>
              <a:t>Google OAuth, 2FA, recuperación de contraseña, sesiones cifradas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3703320"/>
            <a:ext cx="3749039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51959" y="3703320"/>
            <a:ext cx="3749039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61688" y="37673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59" y="381304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Auditoría 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361688"/>
            <a:ext cx="3520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4F"/>
                </a:solidFill>
                <a:latin typeface="Calibri"/>
              </a:rPr>
              <a:t>Registro automático de cada acción: quién, qué y cuándo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703320"/>
            <a:ext cx="3749039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0" y="3703320"/>
            <a:ext cx="3749039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39327" y="37673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81304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Respaldo Automático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361688"/>
            <a:ext cx="3520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4F"/>
                </a:solidFill>
                <a:latin typeface="Calibri"/>
              </a:rPr>
              <a:t>Backup diario a Supabase Storage, restauración en 1 clic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6400800"/>
            <a:ext cx="11640312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43737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Multi-tenant aislado  ·  HTTPS forzado  ·  Sin acceso cruzado entre empresas  ·  Datos en la nube de Supabase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Planes y Precios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  <a:latin typeface="Calibri"/>
              </a:rPr>
              <a:t>Elige el plan que se adapta a tu negocio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  <a:latin typeface="Calibri"/>
              </a:rPr>
              <a:t>TallerPro Enterprise  |  tallerpro.cmtelecommgt.com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  <a:latin typeface="Calibri"/>
              </a:rPr>
              <a:t>* Precios en Quetzales (GTQ) · IVA no incluido · Sin costo de instalación · Cancela cuando quieras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3657600" cy="448056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3657600" cy="731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1488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47A1"/>
                </a:solidFill>
                <a:latin typeface="Calibri"/>
              </a:rPr>
              <a:t>Básico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3347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FFFFFF"/>
                </a:solidFill>
                <a:latin typeface="Calibri"/>
              </a:rPr>
              <a:t>Q 350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94436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FF1"/>
                </a:solidFill>
                <a:latin typeface="Calibri"/>
              </a:rPr>
              <a:t>/ 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10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CEFF1"/>
                </a:solidFill>
                <a:latin typeface="Calibri"/>
              </a:rPr>
              <a:t>Ideal para talleres pequeños y negocios que inician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Órdenes de Trabajo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33088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Clientes &amp; Vehículos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25696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Inventario básico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18304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Facturación FEL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10912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3 usuarios incluidos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03520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Beto IA (50 consultas/mes)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96128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88"/>
                </a:solidFill>
                <a:latin typeface="Calibri"/>
              </a:rPr>
              <a:t>❌ RRHH &amp; Nómina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88736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88"/>
                </a:solidFill>
                <a:latin typeface="Calibri"/>
              </a:rPr>
              <a:t>❌ Contabilidad SAT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1737360"/>
            <a:ext cx="3657600" cy="4480560"/>
          </a:xfrm>
          <a:prstGeom prst="rect">
            <a:avLst/>
          </a:prstGeom>
          <a:solidFill>
            <a:srgbClr val="7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51960" y="1737360"/>
            <a:ext cx="3657600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51960" y="1737360"/>
            <a:ext cx="3657600" cy="34747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3400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⭐ MÁS POPULAR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21488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F00"/>
                </a:solidFill>
                <a:latin typeface="Calibri"/>
              </a:rPr>
              <a:t>Profesional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63347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FFFFFF"/>
                </a:solidFill>
                <a:latin typeface="Calibri"/>
              </a:rPr>
              <a:t>Q 650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94436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FF1"/>
                </a:solidFill>
                <a:latin typeface="Calibri"/>
              </a:rPr>
              <a:t>/ 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310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CEFF1"/>
                </a:solidFill>
                <a:latin typeface="Calibri"/>
              </a:rPr>
              <a:t>Para talleres en crecimiento que necesitan control total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840480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Todo el plan Básico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133088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RRHH &amp; Nómina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425696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Contabilidad &amp; SAT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718304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Bancos &amp; Finanzas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5010912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Compras &amp; Proveedores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5303520"/>
            <a:ext cx="3291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ECEFF1"/>
                </a:solidFill>
                <a:latin typeface="Calibri"/>
              </a:rPr>
              <a:t>✅ </a:t>
            </a:r>
            <a:r>
              <a:rPr lang="es-GT" sz="1000" b="0" i="0" dirty="0">
                <a:solidFill>
                  <a:srgbClr val="ECEFF1"/>
                </a:solidFill>
                <a:latin typeface="Calibri"/>
              </a:rPr>
              <a:t>3</a:t>
            </a:r>
            <a:r>
              <a:rPr sz="1000" b="0" i="0" dirty="0">
                <a:solidFill>
                  <a:srgbClr val="ECEFF1"/>
                </a:solidFill>
                <a:latin typeface="Calibri"/>
              </a:rPr>
              <a:t>0 </a:t>
            </a:r>
            <a:r>
              <a:rPr sz="1000" b="0" i="0" dirty="0" err="1">
                <a:solidFill>
                  <a:srgbClr val="ECEFF1"/>
                </a:solidFill>
                <a:latin typeface="Calibri"/>
              </a:rPr>
              <a:t>usuarios</a:t>
            </a:r>
            <a:r>
              <a:rPr sz="1000" b="0" i="0" dirty="0">
                <a:solidFill>
                  <a:srgbClr val="ECEFF1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ECEFF1"/>
                </a:solidFill>
                <a:latin typeface="Calibri"/>
              </a:rPr>
              <a:t>incluidos</a:t>
            </a:r>
            <a:endParaRPr sz="1000" b="0" i="0" dirty="0">
              <a:solidFill>
                <a:srgbClr val="ECEFF1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434840" y="5596128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Beto IA (300 consultas/mes)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5888736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Respaldo diario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1737360"/>
            <a:ext cx="3657600" cy="448056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38160" y="1737360"/>
            <a:ext cx="3657600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75320" y="21488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2A5F5"/>
                </a:solidFill>
                <a:latin typeface="Calibri"/>
              </a:rPr>
              <a:t>Empresarial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263347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FFFFFF"/>
                </a:solidFill>
                <a:latin typeface="Calibri"/>
              </a:rPr>
              <a:t>Q 1,200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294436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EFF1"/>
                </a:solidFill>
                <a:latin typeface="Calibri"/>
              </a:rPr>
              <a:t>/ 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3310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CEFF1"/>
                </a:solidFill>
                <a:latin typeface="Calibri"/>
              </a:rPr>
              <a:t>Multi-sucursal, multi-vertical, sin límites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840480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Todo el plan Profesional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4133088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Multi-sucursal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425696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Fidelización &amp; POS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718304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Envíos &amp; Marketing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5010912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Usuarios ilimitados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303520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Beto IA ilimitado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5596128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Soporte prioritario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5888736"/>
            <a:ext cx="32918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EFF1"/>
                </a:solidFill>
                <a:latin typeface="Calibri"/>
              </a:rPr>
              <a:t>✅ Personalización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2A5F5"/>
                </a:solidFill>
                <a:latin typeface="Calibri"/>
              </a:rPr>
              <a:t>¿Necesitas algo diferente? Solicita un plan a medida →  henry.chinchilla@gmail.com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Resultados Que Puedes Esperar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  <a:latin typeface="Calibri"/>
              </a:rPr>
              <a:t>Impacto medible en tu negocio desde el primer 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  <a:latin typeface="Calibri"/>
              </a:rPr>
              <a:t>TallerPro Enterprise  |  tallerpro.cmtelecommgt.com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743200" cy="2194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63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A5F5"/>
                </a:solidFill>
                <a:latin typeface="Calibri"/>
              </a:rPr>
              <a:t>Reducción de
tiempos muertos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463040"/>
            <a:ext cx="2743200" cy="2194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488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063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A5F5"/>
                </a:solidFill>
                <a:latin typeface="Calibri"/>
              </a:rPr>
              <a:t>Aumento en
ingresos promedio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463040"/>
            <a:ext cx="2743200" cy="2194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alibri"/>
              </a:rPr>
              <a:t>⏱️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488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63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A5F5"/>
                </a:solidFill>
                <a:latin typeface="Calibri"/>
              </a:rPr>
              <a:t>Menos tiempo en
administración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1463040"/>
            <a:ext cx="2743200" cy="2194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6404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alibri"/>
              </a:rPr>
              <a:t>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1488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95%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063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A5F5"/>
                </a:solidFill>
                <a:latin typeface="Calibri"/>
              </a:rPr>
              <a:t>Satisfacción de
clientes reportada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840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47A1"/>
                </a:solidFill>
                <a:latin typeface="Calibri"/>
              </a:rPr>
              <a:t>Beneficios tangibles para tu equipo: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4348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🗂️  Un solo sistema para todo — fin a los 5 programas diferentes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348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📋  Facturas FEL en segundos, sin errores y con historial completo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937759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🔍  Trazabilidad total: sabe exactamente qué pasó, cuándo y quién lo hizo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937759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📊  Reportes gerenciales automáticos para tomar mejores decisiones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440679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📱  Tus clientes pueden ver el avance de su vehículo desde el celular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440679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Calibri"/>
              </a:rPr>
              <a:t>🤖  Beto IA responde preguntas técnicas y de negocio en segundos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Proceso de Implementación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2A5F5"/>
                </a:solidFill>
                <a:latin typeface="Calibri"/>
              </a:rPr>
              <a:t>De cero a operativo en menos de 24 horas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  <a:latin typeface="Calibri"/>
              </a:rPr>
              <a:t>TallerPro Enterprise  |  tallerpro.cmtelecommgt.com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20440"/>
            <a:ext cx="11247120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05840" y="3017520"/>
            <a:ext cx="73152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3044952"/>
            <a:ext cx="6949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Registro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319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CEFF1"/>
                </a:solidFill>
                <a:latin typeface="Calibri"/>
              </a:rPr>
              <a:t>Crea tu cuenta, ingresa el NIT y datos de tu negocio en minutos.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3017520"/>
            <a:ext cx="73152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55848" y="3044952"/>
            <a:ext cx="6949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39" y="19202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Configuración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79" y="39319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CEFF1"/>
                </a:solidFill>
                <a:latin typeface="Calibri"/>
              </a:rPr>
              <a:t>Personalizamos módulos, usuarios y parámetros fiscales contigo.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79" y="3017520"/>
            <a:ext cx="73152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87568" y="3044952"/>
            <a:ext cx="6949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59" y="19202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Capacitación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9319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CEFF1"/>
                </a:solidFill>
                <a:latin typeface="Calibri"/>
              </a:rPr>
              <a:t>Sesión de onboarding virtual de 2 horas para tu equipo.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0999" y="3017520"/>
            <a:ext cx="731520" cy="731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19287" y="3044952"/>
            <a:ext cx="6949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9202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Migración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19" y="39319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CEFF1"/>
                </a:solidFill>
                <a:latin typeface="Calibri"/>
              </a:rPr>
              <a:t>Importamos tus datos actuales: clientes, inventario y más.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32719" y="3017520"/>
            <a:ext cx="731520" cy="7315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51007" y="3044952"/>
            <a:ext cx="6949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192024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Go 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9319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CEFF1"/>
                </a:solidFill>
                <a:latin typeface="Calibri"/>
              </a:rPr>
              <a:t>¡Tu sistema está listo! Con soporte en tiempo real el primer día.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solidFill>
            <a:srgbClr val="0D3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5468112"/>
            <a:ext cx="11064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  <a:latin typeface="Calibri"/>
              </a:rPr>
              <a:t>✅  </a:t>
            </a:r>
            <a:r>
              <a:rPr lang="es-GT" sz="1300" b="0" i="0" dirty="0">
                <a:solidFill>
                  <a:srgbClr val="FFFFFF"/>
                </a:solidFill>
                <a:latin typeface="Calibri"/>
              </a:rPr>
              <a:t>Con o 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Sin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instalación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de software  ·  ✅ 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Soporte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incluido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 ·  ✅ 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Capacitación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sin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costo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extra  ·  ✅  Datos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seguros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desde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día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¿Listo para transformar tu negocio?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2A5F5"/>
                </a:solidFill>
                <a:latin typeface="Calibri"/>
              </a:rPr>
              <a:t>Comienza hoy con 30 días de prueba gratuita — sin tarjeta de crédito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423160"/>
            <a:ext cx="3017520" cy="685800"/>
          </a:xfrm>
          <a:prstGeom prst="rect">
            <a:avLst/>
          </a:prstGeom>
          <a:solidFill>
            <a:srgbClr val="0A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2496312"/>
            <a:ext cx="2880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🌐  tallerpro.cmtelecommgt.com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423160"/>
            <a:ext cx="3017520" cy="685800"/>
          </a:xfrm>
          <a:prstGeom prst="rect">
            <a:avLst/>
          </a:prstGeom>
          <a:solidFill>
            <a:srgbClr val="0A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59" y="2496312"/>
            <a:ext cx="2880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FFFFF"/>
                </a:solidFill>
                <a:latin typeface="Calibri"/>
              </a:rPr>
              <a:t>📧  </a:t>
            </a:r>
            <a:r>
              <a:rPr lang="es-GT" sz="1200" dirty="0" err="1">
                <a:solidFill>
                  <a:srgbClr val="FFFFFF"/>
                </a:solidFill>
                <a:latin typeface="Calibri"/>
              </a:rPr>
              <a:t>comercial@cmtelecommgt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423160"/>
            <a:ext cx="3017520" cy="685800"/>
          </a:xfrm>
          <a:prstGeom prst="rect">
            <a:avLst/>
          </a:prstGeom>
          <a:solidFill>
            <a:srgbClr val="0A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2496312"/>
            <a:ext cx="2880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📱  App disponible en Android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3474720"/>
            <a:ext cx="4846320" cy="77724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39" y="3547872"/>
            <a:ext cx="4663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▶  SOLICITAR DEMO GRATIS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✅ 30 días de prueba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45262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✅ Sin permanencia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45262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✅ Soporte incluido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45262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✅ Datos exportables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45262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✅ Cancela cuando quieras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996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  <a:latin typeface="Calibri"/>
              </a:rPr>
              <a:t>TallerPro Enterprise  |  Hecho en Guatemala 🇬🇹  |  ©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1704</Words>
  <Application>Microsoft Office PowerPoint</Application>
  <PresentationFormat>Personalizado</PresentationFormat>
  <Paragraphs>287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henry chinchilla</cp:lastModifiedBy>
  <cp:revision>3</cp:revision>
  <dcterms:created xsi:type="dcterms:W3CDTF">2013-01-27T09:14:16Z</dcterms:created>
  <dcterms:modified xsi:type="dcterms:W3CDTF">2026-06-26T07:50:48Z</dcterms:modified>
  <cp:category/>
</cp:coreProperties>
</file>